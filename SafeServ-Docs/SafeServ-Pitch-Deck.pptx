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SafeServ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3200400" y="2514600"/>
            <a:ext cx="2743200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F0E8">
                    <a:alpha val="65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Food Safety, Simplified.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paperwork. Pass every inspection.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0E8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 ·  No App Store Required  ·  Works Offline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Running a venue shouldn't mean drowning in paperwork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118872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188720"/>
            <a:ext cx="64008" cy="1600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29844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hours lost every week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7373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temperature logs, paper rotas, handwritten records eat into every shift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64008" cy="1600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0328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40680" y="129844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EHO inspections are stressful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40680" y="17373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Scrambling to find paperwork when an inspector arrives costs you stars and sleep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06324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63240"/>
            <a:ext cx="64008" cy="1600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317296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records get lost or damaged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6118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logs go missing. Cleaning records are incomplete. One gap = a failed inspection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06324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063240"/>
            <a:ext cx="64008" cy="1600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40680" y="317296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chaos every week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36118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groups, spreadsheets, last-minute changes. There's a better way.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Everything your venue needs.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app. Any device.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2377440" cy="1828800"/>
          </a:xfrm>
          <a:prstGeom prst="rect">
            <a:avLst/>
          </a:prstGeom>
          <a:solidFill>
            <a:srgbClr val="252523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237744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6479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9D8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15+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modules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600200"/>
            <a:ext cx="2377440" cy="1828800"/>
          </a:xfrm>
          <a:prstGeom prst="rect">
            <a:avLst/>
          </a:prstGeom>
          <a:solidFill>
            <a:srgbClr val="252523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600200"/>
            <a:ext cx="237744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76479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9D8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&lt; 5 min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383280" y="2743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check-ins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600200"/>
            <a:ext cx="2377440" cy="1828800"/>
          </a:xfrm>
          <a:prstGeom prst="rect">
            <a:avLst/>
          </a:prstGeom>
          <a:solidFill>
            <a:srgbClr val="252523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1600200"/>
            <a:ext cx="237744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76479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9D8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tap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080760" y="2743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EHO audit export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F0E8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like a native app. Add to your iOS home screen, no App Store needed.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SafeServ?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560320" cy="475488"/>
          </a:xfrm>
          <a:prstGeom prst="rect">
            <a:avLst/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14400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926080" y="914400"/>
            <a:ext cx="1417320" cy="475488"/>
          </a:xfrm>
          <a:prstGeom prst="rect">
            <a:avLst/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99232" y="914400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SafeServ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914400"/>
            <a:ext cx="2011680" cy="475488"/>
          </a:xfrm>
          <a:prstGeom prst="rect">
            <a:avLst/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16552" y="914400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Spreadsheets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914400"/>
            <a:ext cx="2423160" cy="475488"/>
          </a:xfrm>
          <a:prstGeom prst="rect">
            <a:avLst/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914400"/>
            <a:ext cx="2276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Apps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Yapster, Kafoodle)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389888"/>
            <a:ext cx="2560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89888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 food safety + ops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6080" y="1389888"/>
            <a:ext cx="1417320" cy="475488"/>
          </a:xfrm>
          <a:prstGeom prst="rect">
            <a:avLst/>
          </a:prstGeom>
          <a:solidFill>
            <a:srgbClr val="E6F4F1"/>
          </a:solidFill>
          <a:ln w="6350">
            <a:solidFill>
              <a:srgbClr val="E0DD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99232" y="1389888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43400" y="1389888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6552" y="1389888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55080" y="1389888"/>
            <a:ext cx="2423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8232" y="1389888"/>
            <a:ext cx="2276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1865376"/>
            <a:ext cx="2560320" cy="475488"/>
          </a:xfrm>
          <a:prstGeom prst="rect">
            <a:avLst/>
          </a:prstGeom>
          <a:solidFill>
            <a:srgbClr val="F8F8F6"/>
          </a:solidFill>
          <a:ln w="6350">
            <a:solidFill>
              <a:srgbClr val="E0DD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1865376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no app install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26080" y="1865376"/>
            <a:ext cx="1417320" cy="475488"/>
          </a:xfrm>
          <a:prstGeom prst="rect">
            <a:avLst/>
          </a:prstGeom>
          <a:solidFill>
            <a:srgbClr val="E6F4F1"/>
          </a:solidFill>
          <a:ln w="6350">
            <a:solidFill>
              <a:srgbClr val="E0DD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99232" y="1865376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343400" y="1865376"/>
            <a:ext cx="2011680" cy="475488"/>
          </a:xfrm>
          <a:prstGeom prst="rect">
            <a:avLst/>
          </a:prstGeom>
          <a:solidFill>
            <a:srgbClr val="F8F8F6"/>
          </a:solidFill>
          <a:ln w="6350">
            <a:solidFill>
              <a:srgbClr val="E0DD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16552" y="1865376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55080" y="1865376"/>
            <a:ext cx="2423160" cy="475488"/>
          </a:xfrm>
          <a:prstGeom prst="rect">
            <a:avLst/>
          </a:prstGeom>
          <a:solidFill>
            <a:srgbClr val="F8F8F6"/>
          </a:solidFill>
          <a:ln w="6350">
            <a:solidFill>
              <a:srgbClr val="E0DD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8232" y="1865376"/>
            <a:ext cx="2276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2340864"/>
            <a:ext cx="2560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2340864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pass/fail temperature alerts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26080" y="2340864"/>
            <a:ext cx="1417320" cy="475488"/>
          </a:xfrm>
          <a:prstGeom prst="rect">
            <a:avLst/>
          </a:prstGeom>
          <a:solidFill>
            <a:srgbClr val="E6F4F1"/>
          </a:solidFill>
          <a:ln w="6350">
            <a:solidFill>
              <a:srgbClr val="E0DD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99232" y="2340864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343400" y="2340864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16552" y="2340864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55080" y="2340864"/>
            <a:ext cx="2423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2340864"/>
            <a:ext cx="2276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2816352"/>
            <a:ext cx="2560320" cy="475488"/>
          </a:xfrm>
          <a:prstGeom prst="rect">
            <a:avLst/>
          </a:prstGeom>
          <a:solidFill>
            <a:srgbClr val="F8F8F6"/>
          </a:solidFill>
          <a:ln w="6350">
            <a:solidFill>
              <a:srgbClr val="E0DD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2816352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EHO audit export in one tap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926080" y="2816352"/>
            <a:ext cx="1417320" cy="475488"/>
          </a:xfrm>
          <a:prstGeom prst="rect">
            <a:avLst/>
          </a:prstGeom>
          <a:solidFill>
            <a:srgbClr val="E6F4F1"/>
          </a:solidFill>
          <a:ln w="6350">
            <a:solidFill>
              <a:srgbClr val="E0DD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99232" y="2816352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343400" y="2816352"/>
            <a:ext cx="2011680" cy="475488"/>
          </a:xfrm>
          <a:prstGeom prst="rect">
            <a:avLst/>
          </a:prstGeom>
          <a:solidFill>
            <a:srgbClr val="F8F8F6"/>
          </a:solidFill>
          <a:ln w="6350">
            <a:solidFill>
              <a:srgbClr val="E0DDD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16552" y="2816352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355080" y="2816352"/>
            <a:ext cx="2423160" cy="475488"/>
          </a:xfrm>
          <a:prstGeom prst="rect">
            <a:avLst/>
          </a:prstGeom>
          <a:solidFill>
            <a:srgbClr val="F8F8F6"/>
          </a:solidFill>
          <a:ln w="6350">
            <a:solidFill>
              <a:srgbClr val="E0DD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28232" y="2816352"/>
            <a:ext cx="2276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65760" y="3291840"/>
            <a:ext cx="2560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" y="3291840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rota + compliance together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926080" y="3291840"/>
            <a:ext cx="1417320" cy="475488"/>
          </a:xfrm>
          <a:prstGeom prst="rect">
            <a:avLst/>
          </a:prstGeom>
          <a:solidFill>
            <a:srgbClr val="E6F4F1"/>
          </a:solidFill>
          <a:ln w="6350">
            <a:solidFill>
              <a:srgbClr val="E0DD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99232" y="3291840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343400" y="3291840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16552" y="3291840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355080" y="3291840"/>
            <a:ext cx="2423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28232" y="3291840"/>
            <a:ext cx="2276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365760" y="3877056"/>
            <a:ext cx="8412480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39959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SafeServ is the only platform built specifically for independent UK hospitality venues.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Built for every part of your operation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658368"/>
            <a:ext cx="64008" cy="2926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583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Safety Core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977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64008" cy="1005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🌡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10698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Checks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389888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Fridge, cooking, reheating, hot holding &amp; cooling. All with auto pass/fail.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3977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05840"/>
            <a:ext cx="64008" cy="1005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✅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486400" y="10698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Checks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1389888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&amp; closing checklists with corrective action trail for EHOs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084832"/>
            <a:ext cx="3977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084832"/>
            <a:ext cx="64008" cy="1005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🌿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60120" y="2148840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Allergen Register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468880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allergen checklists per menu item, always up to date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084832"/>
            <a:ext cx="3977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084832"/>
            <a:ext cx="64008" cy="1005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🧹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486400" y="2148840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Schedule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2468880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tracking with overdue alerts so nothing gets missed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163824"/>
            <a:ext cx="3977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163824"/>
            <a:ext cx="64008" cy="1005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📊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60120" y="3227832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EHO Audit Export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3547872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PDF of all compliance records. Always inspection-ready.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090672"/>
            <a:ext cx="3977640" cy="73152"/>
          </a:xfrm>
          <a:prstGeom prst="rect">
            <a:avLst/>
          </a:prstGeom>
          <a:solidFill>
            <a:srgbClr val="E8E2D8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090672"/>
            <a:ext cx="6400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01768" y="3090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Management  •  Pro Add-on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3438144"/>
            <a:ext cx="3977640" cy="749808"/>
          </a:xfrm>
          <a:prstGeom prst="rect">
            <a:avLst/>
          </a:prstGeom>
          <a:solidFill>
            <a:srgbClr val="FFFBF0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3438144"/>
            <a:ext cx="64008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99832" y="3566160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99832" y="3566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Add-on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83480" y="3529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👨‍🍳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468112" y="35021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&amp; Rota Builder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68112" y="380390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rota, timesheets, time-off and training records.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Save 6+ hours every week, per venue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397764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SafeServ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846320" y="914400"/>
            <a:ext cx="397764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9144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SafeServ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3977640" cy="41148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temp logs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13716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min/week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783080"/>
            <a:ext cx="3977640" cy="411480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&amp; closing checks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17830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hrs/week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194560"/>
            <a:ext cx="3977640" cy="41148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rota 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194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hrs/week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606040"/>
            <a:ext cx="3977640" cy="411480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EHO audit prep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26060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hrs per inspection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017520"/>
            <a:ext cx="3977640" cy="411480"/>
          </a:xfrm>
          <a:prstGeom prst="rect">
            <a:avLst/>
          </a:prstGeom>
          <a:solidFill>
            <a:srgbClr val="FECACA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17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30175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hours every week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1371600"/>
            <a:ext cx="3977640" cy="41148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temp logs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13716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min/week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1783080"/>
            <a:ext cx="397764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&amp; closing checks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17830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min/week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2194560"/>
            <a:ext cx="3977640" cy="41148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rota †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55080" y="2194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min/week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2606040"/>
            <a:ext cx="397764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EHO audit prep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55080" y="26060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(one tap)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46320" y="3017520"/>
            <a:ext cx="3977640" cy="411480"/>
          </a:xfrm>
          <a:prstGeom prst="rect">
            <a:avLst/>
          </a:prstGeom>
          <a:solidFill>
            <a:srgbClr val="BBF7D0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3017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55080" y="30175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hour every week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828800" y="4224528"/>
            <a:ext cx="548640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0" y="42245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That's 260+ hours saved per year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320040" y="48188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Weekly rota available with the Team Management add-on.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Pass every inspection. Every time.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0E8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Health Officers check all of these. SafeServ captures every one.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45336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50392" y="15087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records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56816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29384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" y="18928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schedules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340864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1343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392" y="22768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Allergen documentation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724912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97480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" y="26609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 records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108960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81528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" y="30449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checks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493008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65576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" y="3429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calibration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572768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545336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93792" y="15087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&amp; closing checks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1956816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929384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93792" y="18928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 control log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2340864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31343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93792" y="22768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records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2724912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697480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93792" y="26609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to Work declarations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46320" y="3108960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081528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93792" y="30449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records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46320" y="3493008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465576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93792" y="3429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holding logs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828032"/>
            <a:ext cx="82296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SafeServ generates a full EHO audit report in one tap.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Up and running in minutes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234440"/>
            <a:ext cx="2468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98448" y="1463040"/>
            <a:ext cx="694944" cy="6949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146304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your venue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9864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staff, configure which modules you need. Takes 10 minutes.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235000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9D8F"/>
                </a:solidFill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337560" y="1234440"/>
            <a:ext cx="2468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24528" y="1463040"/>
            <a:ext cx="694944" cy="6949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24528" y="146304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331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log daily checks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89864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Mobile-optimised forms on any phone. No training needed.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0" y="235000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9D8F"/>
                </a:solidFill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263640" y="1234440"/>
            <a:ext cx="2468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50608" y="1463040"/>
            <a:ext cx="694944" cy="6949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0608" y="146304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0" y="2331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inspection-ready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289864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stored, searchable, and exportable as PDF at any time.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Feels like a native app. Works on every device.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4416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34416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iOS or Android home screen. No App Store download.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📶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35000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offline. Checks sync when back online.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35584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335584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automatically. New features appear overnight.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60720" y="1005840"/>
            <a:ext cx="2926080" cy="3200400"/>
          </a:xfrm>
          <a:prstGeom prst="rect">
            <a:avLst/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0" y="1005840"/>
            <a:ext cx="2926080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12344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A9D8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100%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5760720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your team can use 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760720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training. No app install.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0E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browser.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Simple, transparent pricing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886200" cy="3429000"/>
          </a:xfrm>
          <a:prstGeom prst="rect">
            <a:avLst/>
          </a:prstGeom>
          <a:solidFill>
            <a:srgbClr val="252523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3886200" cy="91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0"/>
            <a:ext cx="361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Starter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361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A9D8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£15</a:t>
            </a:r>
            <a:r>
              <a:rPr lang="en-US" sz="1600" dirty="0">
                <a:solidFill>
                  <a:srgbClr val="F5F0E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/month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966320"/>
            <a:ext cx="3612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venue</a:t>
            </a:r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logs, cleaning, allergens</a:t>
            </a:r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 &amp; probe calibration</a:t>
            </a:r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staff</a:t>
            </a:r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EHO audit export</a:t>
            </a:r>
          </a:p>
          <a:endParaRPr lang="en-US" sz="1100" dirty="0"/>
        </p:txBody>
      </p:sp>
      <p:sp>
        <p:nvSpPr>
          <p:cNvPr id="9" name="Text 7"/>
          <p:cNvSpPr/>
          <p:nvPr/>
        </p:nvSpPr>
        <p:spPr>
          <a:xfrm>
            <a:off x="594360" y="3246480"/>
            <a:ext cx="361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5F0E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Best for: </a:t>
            </a:r>
            <a:r>
              <a:rPr lang="en-US" sz="1000" dirty="0">
                <a:solidFill>
                  <a:srgbClr val="F5F0E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cafes &amp; coffee shops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960120"/>
            <a:ext cx="3886200" cy="3429000"/>
          </a:xfrm>
          <a:prstGeom prst="rect">
            <a:avLst/>
          </a:prstGeom>
          <a:solidFill>
            <a:srgbClr val="252523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960120"/>
            <a:ext cx="388620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97280"/>
            <a:ext cx="361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61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£35</a:t>
            </a:r>
            <a:r>
              <a:rPr lang="en-US" sz="1600" dirty="0">
                <a:solidFill>
                  <a:srgbClr val="F5F0E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/month, 1st venue</a:t>
            </a:r>
            <a:endParaRPr lang="en-US" sz="16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+£15/month </a:t>
            </a:r>
            <a:r>
              <a:rPr lang="en-US" sz="1100" dirty="0">
                <a:solidFill>
                  <a:srgbClr val="F5F0E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additional venue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0095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&amp; shift management</a:t>
            </a:r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cost tracking</a:t>
            </a:r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staff</a:t>
            </a:r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venues</a:t>
            </a:r>
          </a:p>
          <a:endParaRPr lang="en-US" sz="1050" dirty="0"/>
        </p:txBody>
      </p:sp>
      <p:sp>
        <p:nvSpPr>
          <p:cNvPr id="15" name="Shape 13"/>
          <p:cNvSpPr/>
          <p:nvPr/>
        </p:nvSpPr>
        <p:spPr>
          <a:xfrm>
            <a:off x="6812280" y="2009520"/>
            <a:ext cx="1737360" cy="1097280"/>
          </a:xfrm>
          <a:prstGeom prst="rect">
            <a:avLst/>
          </a:prstGeom>
          <a:solidFill>
            <a:srgbClr val="1A1A18"/>
          </a:solidFill>
          <a:ln w="9525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960" y="2027520"/>
            <a:ext cx="164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LADDER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960" y="2210400"/>
            <a:ext cx="164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F5F0E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 venue   </a:t>
            </a:r>
            <a:r>
              <a:rPr lang="en-US" sz="8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£35/mo</a:t>
            </a:r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F5F0E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2 venues  </a:t>
            </a:r>
            <a:r>
              <a:rPr lang="en-US" sz="8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£50/mo</a:t>
            </a:r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F5F0E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3 venues  </a:t>
            </a:r>
            <a:r>
              <a:rPr lang="en-US" sz="8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£65/mo</a:t>
            </a:r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F5F0E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5 venues  </a:t>
            </a:r>
            <a:r>
              <a:rPr lang="en-US" sz="8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£95/mo</a:t>
            </a:r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F5F0E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10 venues </a:t>
            </a: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£170/mo</a:t>
            </a:r>
          </a:p>
          <a:endParaRPr lang="en-US" sz="850" dirty="0"/>
        </p:txBody>
      </p:sp>
      <p:sp>
        <p:nvSpPr>
          <p:cNvPr id="18" name="Text 16"/>
          <p:cNvSpPr/>
          <p:nvPr/>
        </p:nvSpPr>
        <p:spPr>
          <a:xfrm>
            <a:off x="4937760" y="3246480"/>
            <a:ext cx="361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5F0E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Best for: </a:t>
            </a:r>
            <a:r>
              <a:rPr lang="en-US" sz="1000" dirty="0">
                <a:solidFill>
                  <a:srgbClr val="F5F0E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restaurants, pubs, kitchens &amp; growing groups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plans include 7-day free trial. No card required.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SafeServ Pitch Deck</dc:title>
  <dc:subject>PptxGenJS Presentation</dc:subject>
  <dc:creator>SafeServ</dc:creator>
  <cp:lastModifiedBy>SafeServ</cp:lastModifiedBy>
  <cp:revision>1</cp:revision>
  <dcterms:created xsi:type="dcterms:W3CDTF">2026-03-22T19:55:18Z</dcterms:created>
  <dcterms:modified xsi:type="dcterms:W3CDTF">2026-03-22T19:55:18Z</dcterms:modified>
</cp:coreProperties>
</file>